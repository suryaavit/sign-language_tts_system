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to Audio and Text Conversion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11887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423160"/>
            <a:ext cx="11887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423160"/>
            <a:ext cx="118872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423160"/>
            <a:ext cx="1188720" cy="82296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423160"/>
            <a:ext cx="118872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2423160"/>
            <a:ext cx="1188720" cy="8229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24231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3429000"/>
            <a:ext cx="5120640" cy="1371600"/>
          </a:xfrm>
          <a:prstGeom prst="rect">
            <a:avLst/>
          </a:prstGeom>
          <a:solidFill>
            <a:srgbClr val="2E6DA4">
              <a:alpha val="5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34747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
</a:t>
            </a:r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
</a:t>
            </a:r>
            <a:pPr algn="ctr" indent="0" marL="0">
              <a:buNone/>
            </a:pPr>
            <a:r>
              <a:rPr lang="en-US" sz="13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Dept: MCA  |  PEC  |  2025–2026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–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divided into 6 independent, loosely-coupled 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418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941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User Interface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frontend: webcam feed, subtitles, controls, audio player, history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7432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9418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941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Gesture Capture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32588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webcam frames at ≥15 FPS, encodes and sends to backend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14400"/>
            <a:ext cx="274320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9418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941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Hand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32588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detects 21 hand landmarks (x,y,z) from each video frame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53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953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Gesture Recognition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33756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model classifies landmarks into ASL gesture labels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2743200" cy="3474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953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2953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Text &amp; Audio Output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33756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text subtitles; converts to speech via gTTS or pyttsx3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26080"/>
            <a:ext cx="2743200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953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9535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Generation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3337560"/>
            <a:ext cx="25237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session transcript as formatted PDF or Word (.docx) file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DATA FLOW DIAGRAM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between modules in the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55448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Module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5029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1508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280160"/>
            <a:ext cx="155448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691640"/>
            <a:ext cx="5029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1508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1280160"/>
            <a:ext cx="155448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691640"/>
            <a:ext cx="5029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508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280160"/>
            <a:ext cx="1554480" cy="82296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1691640"/>
            <a:ext cx="5029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62672" y="150876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1280160"/>
            <a:ext cx="1554480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0" y="1280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Module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10789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03320" y="10789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2120" y="10789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pts)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60920" y="10789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06640" y="2834640"/>
            <a:ext cx="1554480" cy="82296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83880" y="2103120"/>
            <a:ext cx="0" cy="73152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5008" y="265176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▼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200400"/>
            <a:ext cx="75895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74320" y="3291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— — — — — — — — — — — Subtitle text + Audio (MOD-05 → MOD-01)  |  Predicted label (MOD-04 → MOD-01) — — — — — — — — — ◀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INTERACTIONS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114800"/>
            <a:ext cx="420624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114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 → MOD-03:  Base64 encoded video frame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114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 → MOD-04:  21 normalized landmark coordinates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526280"/>
            <a:ext cx="420624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26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 → MOD-05:  Gesture label + confidence score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526280"/>
            <a:ext cx="4206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526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 → MOD-01:  Subtitle text + audio file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MOD-01: USER INTERFACE (UI) MODULE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Built with React.js. Renders the webcam feed, displays real-time text subtitles, provides 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webcam stream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Predicted gesture label from 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402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button clicks (Start, Stop, Clear)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2432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426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Audio data for TTS playback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63824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63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83864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9300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Live webcam feed on screen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58768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679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text subtitles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233672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4281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Audio playback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60857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177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Session history log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983480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9926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Download prompt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1097280"/>
            <a:ext cx="512064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SUB-MODULES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03320" y="1417320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6052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Display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60520" y="16550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live video feed using &lt;video&gt; element via MediaDevices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03320" y="194767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60520" y="1975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Display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21854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appends recognized characters to form words on screen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03320" y="2478024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60520" y="25054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60520" y="271576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Clear, Space and Download buttons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03320" y="300837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160520" y="30358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Player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60520" y="32461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TTS audio with Play/Pause/Stop controls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03320" y="3538728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160520" y="356616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Log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60520" y="37764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log of all recognized gestures with timestamps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703320" y="4114800"/>
            <a:ext cx="11887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01768" y="4114800"/>
            <a:ext cx="11887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01768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MediaDevices API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0216" y="4114800"/>
            <a:ext cx="11887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/ Tailwind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598664" y="4114800"/>
            <a:ext cx="11887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98664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Fetch 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MOD-02: GESTURE CAPTURE MODULE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Captures live video frames from the user's webcam at ≥15 FPS using the HTML5 Canvas API. E...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webcam video stream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Start/Stop control signal from MOD-01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9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88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Base64-encoded JPEG frames to backend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Webcam status (active/error) to UI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381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Error notification if webcam unavailable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1097280"/>
            <a:ext cx="51206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SUB-MODULES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417320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Initializer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16550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webcam permission using getUserMedia()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03320" y="194767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1975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Extractor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21854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HTML5 Canvas to capture video frames at set intervals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2478024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60520" y="25054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Encoder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271576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canvas frame to base64-encoded JPEG string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00837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60520" y="30358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Transmitter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60520" y="32461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encoded frame via POST request; receives prediction response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03320" y="3584448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01768" y="3584448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01768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 API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0216" y="3584448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0216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MediaDevices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98664" y="3584448"/>
            <a:ext cx="11887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98664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/ Axios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MOD-03: HAND DETECTION MODULE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The first backend processing stage. Decodes incoming base64 frames using OpenCV, then uses...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Base64-encoded video frame from MOD-02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MediaPipe configuration (confidence threshold)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9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88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Array of 21 (x,y,z) normalized landmarks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Boolean: hand detected or not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381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Annotated debug frame (optional)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1097280"/>
            <a:ext cx="51206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SUB-MODULES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417320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Decoder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16550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base64 image to NumPy array using OpenCV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03320" y="194767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1975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Processor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21854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MediaPipe Hands on decoded image frame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2478024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60520" y="25054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271576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21 (x,y,z) coordinates from result object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00837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60520" y="30358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Normalizer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60520" y="32461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coordinates relative to wrist (landmark 0)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03320" y="3538728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60520" y="356616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Renderer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60520" y="37764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landmarks on frame for debug visualization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703320" y="4114800"/>
            <a:ext cx="118872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0.10+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01768" y="4114800"/>
            <a:ext cx="118872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01768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0216" y="4114800"/>
            <a:ext cx="118872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98664" y="4114800"/>
            <a:ext cx="118872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98664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MOD-04: GESTURE RECOGNITION MODULE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The core AI intelligence of the system. Receives normalized landmark arrays from MOD-03, f...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Normalized 21-point landmark array from MOD-03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Pre-trained TensorFlow/Keras model (loaded at startup)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591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88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Predicted gesture label (e.g. 'A', 'HELLO')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5409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63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Confidence score (0.0 – 1.0)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29000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381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Filtered result: only if confidence ≥ 80%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1097280"/>
            <a:ext cx="5120640" cy="27432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SUB-MODULES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417320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16550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pre-trained .h5 or SavedModel TF model at server start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03320" y="194767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1975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Preprocessor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21854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landmark array to 1D input vector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2478024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60520" y="25054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271576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model.predict() to get class probabilities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00837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60520" y="30358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Decoder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60520" y="32461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predicted class index to gesture label string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03320" y="3538728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160520" y="356616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60520" y="37764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predictions below 80% confidence threshold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703320" y="4114800"/>
            <a:ext cx="1188720" cy="27432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0332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 / Keras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01768" y="4114800"/>
            <a:ext cx="1188720" cy="27432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01768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0216" y="4114800"/>
            <a:ext cx="1188720" cy="27432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598664" y="4114800"/>
            <a:ext cx="1188720" cy="27432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98664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(training)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MOD-05: TEXT &amp; AUDIO OUTPUT MODULE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Handles both text assembly and speech generation. Accumulates individual gesture labels in...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Predicted label from MOD-04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User controls: Space, Clear, Speak from MOD-01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402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Text string to convert to audio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61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81528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90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Updated subtitle text for MOD-01 display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655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MP3/WAV audio file for browser playback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31336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404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Session history entries with timestamps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03320" y="1097280"/>
            <a:ext cx="512064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SUB-MODULES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03320" y="1417320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6052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Accumulator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16550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gesture labels character by character into running string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03320" y="194767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60520" y="1975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Handler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21854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space on gesture or button trigger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703320" y="2478024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60520" y="25054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Engine (gTTS)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60520" y="271576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sends text to Google TTS API, returns MP3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03320" y="300837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60520" y="30358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Engine (pyttsx3)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60520" y="32461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fallback: converts text to speech locally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703320" y="3538728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353872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160520" y="356616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Dispatcher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60520" y="37764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audio file back to frontend for playback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703320" y="4069080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703320" y="4069080"/>
            <a:ext cx="365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4069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160520" y="409651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Logger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60520" y="430682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each gesture event with timestamp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703320" y="4645152"/>
            <a:ext cx="11887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03320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(Google TTS)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001768" y="4645152"/>
            <a:ext cx="11887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01768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(offline)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00216" y="4645152"/>
            <a:ext cx="11887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0216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98664" y="4645152"/>
            <a:ext cx="11887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98664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897112" y="4645152"/>
            <a:ext cx="11887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97112" y="4645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&lt;audio&gt;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MOD-06: DOCUMENT GENERATION MODULE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Generates downloadable session transcripts in PDF or Word format. Receives accumulated tex...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 transcript text from MOD-05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1965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3794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Selected format (PDF or Word)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3200400" cy="347472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402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Session metadata (date, time)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3200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61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81528"/>
            <a:ext cx="3200400" cy="320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906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Formatted PDF file download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6557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Formatted Word (.docx) file download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1097280"/>
            <a:ext cx="5120640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097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SUB-MODULES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1417320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144475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60520" y="1655064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ReportLab to create formatted PDF with header and transcript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03320" y="194767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19476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520" y="1975104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Generator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60520" y="2185416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python-docx to create .docx with styled heading and body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2478024"/>
            <a:ext cx="5120640" cy="457200"/>
          </a:xfrm>
          <a:prstGeom prst="rect">
            <a:avLst/>
          </a:prstGeom>
          <a:solidFill>
            <a:srgbClr val="E0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4780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60520" y="25054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Response Handler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271576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file via Flask send_file() as browser download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03320" y="300837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00837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60520" y="30358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Generator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60520" y="324612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timestamped filename (e.g. transcript_2025-01-10.pdf)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703320" y="3584448"/>
            <a:ext cx="1188720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03320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01768" y="3584448"/>
            <a:ext cx="1188720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01768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(Word)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0216" y="3584448"/>
            <a:ext cx="1188720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0216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send_file()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98664" y="3584448"/>
            <a:ext cx="1188720" cy="27432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98664" y="35844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datetime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005840"/>
            <a:ext cx="54864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8412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8229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1978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Module: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119786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webcam, subtitles, controls, audio,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83080"/>
            <a:ext cx="82296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8308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18105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Capture: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810512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15 FPS frame capture and base64 encoding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8412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A7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95728"/>
            <a:ext cx="822960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95728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4231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24231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OpenCV — 21-point 3D landmark extraction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8412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261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08376"/>
            <a:ext cx="822960" cy="530352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0837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30358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303580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TensorFlow/Keras — gesture classification with 80% confidence filter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8412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21024"/>
            <a:ext cx="822960" cy="5303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21024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36484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Audio Output: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54680" y="3648456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gTTS/pyttsx3 — text assembly and speech generation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33672"/>
            <a:ext cx="841248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C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33672"/>
            <a:ext cx="822960" cy="53035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3367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0160" y="426110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54680" y="426110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+ python-docx — PDF and Word transcript export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Description – Sign Language System</dc:title>
  <dc:subject>PptxGenJS Presentation</dc:subject>
  <dc:creator>xxxx</dc:creator>
  <cp:lastModifiedBy>xxxx</cp:lastModifiedBy>
  <cp:revision>1</cp:revision>
  <dcterms:created xsi:type="dcterms:W3CDTF">2026-02-27T07:24:18Z</dcterms:created>
  <dcterms:modified xsi:type="dcterms:W3CDTF">2026-02-27T07:24:18Z</dcterms:modified>
</cp:coreProperties>
</file>