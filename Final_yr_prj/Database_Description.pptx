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DESCRIPTION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to Audio and Text Conversion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10972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331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36192" y="2331720"/>
            <a:ext cx="109728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36192" y="2331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gesture_labels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52344" y="2331720"/>
            <a:ext cx="1097280" cy="7772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52344" y="2331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68496" y="2331720"/>
            <a:ext cx="1097280" cy="77724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68496" y="2331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84648" y="2331720"/>
            <a:ext cx="109728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84648" y="2331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2331720"/>
            <a:ext cx="1097280" cy="7772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331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16952" y="2331720"/>
            <a:ext cx="1097280" cy="777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16952" y="2331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system_logs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3337560"/>
            <a:ext cx="5486400" cy="1463040"/>
          </a:xfrm>
          <a:prstGeom prst="rect">
            <a:avLst/>
          </a:prstGeom>
          <a:solidFill>
            <a:srgbClr val="2E6DA4">
              <a:alpha val="5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0" y="3383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
</a:t>
            </a:r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
</a:t>
            </a:r>
            <a:pPr algn="ctr" indent="0" marL="0">
              <a:buNone/>
            </a:pPr>
            <a:r>
              <a:rPr lang="en-US" sz="13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 |  PEC  |  2025–2026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covering users, gestures, sessions, translations, transcripts, documents &amp; logs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9692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user accounts for saving session history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64008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1440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9692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gesture_labels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33502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ML model class IDs to gesture label names (A–Z, words)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20240"/>
            <a:ext cx="640080" cy="8046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92024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19751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sessions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34086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each Start-to-Stop translation session with metadata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20240"/>
            <a:ext cx="640080" cy="804672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92024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19751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translations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34086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gesture recognition events with confidence scores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640080" cy="8046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2608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29809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transcripts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3467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full-text transcript per session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26080"/>
            <a:ext cx="640080" cy="8046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2608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29809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33467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PDF and Word document export requests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9319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31920"/>
            <a:ext cx="640080" cy="8046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9319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5840" y="39867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system_logs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" y="435254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events, warnings, and errors for debugging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DBMS: SQLite (Dev) / MySQL (Prod)   |   ORM: SQLAlchemy   |   Normalization: 3NF   |   Charset: UTF-8   |   PKs: Auto-increment INTEGER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7 tables are connected through foreign keys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566160" y="1828800"/>
            <a:ext cx="2011680" cy="7772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sessions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(TBL-03)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0116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(TBL-01)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212848"/>
            <a:ext cx="12801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993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───────────────── 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2860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2011680" cy="77724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914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translations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(TBL-04)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011680"/>
            <a:ext cx="1280160" cy="-704088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1430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(FK)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201168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011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transcripts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(TBL-05)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2395728"/>
            <a:ext cx="12801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1762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2395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(FK)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0" y="3108960"/>
            <a:ext cx="2011680" cy="7772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(TBL-06)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2395728"/>
            <a:ext cx="1280160" cy="109728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2004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66160" y="3931920"/>
            <a:ext cx="2011680" cy="777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66160" y="3931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system_logs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(TBL-07)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606040"/>
            <a:ext cx="0" cy="132588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832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0"/>
            <a:ext cx="201168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0" y="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gesture_labels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(TBL-02)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0" y="777240"/>
            <a:ext cx="0" cy="137160"/>
          </a:xfrm>
          <a:prstGeom prst="line">
            <a:avLst/>
          </a:prstGeom>
          <a:noFill/>
          <a:ln w="25400">
            <a:solidFill>
              <a:srgbClr val="1E3A5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669280" y="8046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label_id (FK) → translations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USERS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475488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optional user account info. Password stored as bcrypt hash. Nullable for guest users.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19202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868680"/>
            <a:ext cx="11887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868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7315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868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868680"/>
            <a:ext cx="18288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686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86868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868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188720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18872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1188720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118872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188720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18872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1188720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118872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 INC, NOT NULL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18872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 identifier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67335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167335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167335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03704" y="167335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1673352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167335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69080" y="167335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3944" y="167335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 NULL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167335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167335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chosen display name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157984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2157984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2157984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03704" y="2157984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2157984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215798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157984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215798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 NULL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97880" y="2157984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52744" y="2157984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 for login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642616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2642616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48840" y="2642616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03704" y="2642616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37560" y="2642616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2642616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69080" y="264261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3944" y="264261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97880" y="26426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2642616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Bcrypt-hashed password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" y="3127248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12724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148840" y="3127248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03704" y="3127248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37560" y="3127248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92424" y="312724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069080" y="3127248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3944" y="3127248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DEFAULT NOW()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97880" y="3127248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52744" y="3127248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timestamp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" y="3611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" y="361188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last_login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48840" y="361188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03704" y="361188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337560" y="3611880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2424" y="361188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069080" y="36118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23944" y="36118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97880" y="361188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52744" y="361188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login timestamp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28600" y="4096512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3464" y="409651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148840" y="4096512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03704" y="409651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337560" y="4096512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92424" y="409651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069080" y="4096512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23944" y="409651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TRUE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897880" y="4096512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52744" y="409651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= deactivated account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GESTURE_LABELS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475488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ML model class index numbers to human-readable gesture names. Populated once during training.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19202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868680"/>
            <a:ext cx="11887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868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7315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868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868680"/>
            <a:ext cx="18288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686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868680"/>
            <a:ext cx="32004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868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188720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18872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1188720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118872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188720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18872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1188720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118872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 INC, NOT NULL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18872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gesture label 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67335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167335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class_index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167335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03704" y="167335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1673352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167335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69080" y="167335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3944" y="167335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 NULL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167335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167335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class index (0, 1, 2 ...)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157984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2157984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label_name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2157984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03704" y="2157984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2157984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215798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157984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215798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 NULL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97880" y="2157984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52744" y="2157984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label (e.g., 'A', 'HELLO')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642616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2642616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label_type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48840" y="2642616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03704" y="2642616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37560" y="2642616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2642616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69080" y="264261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3944" y="264261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'alphabet'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97880" y="26426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2642616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alphabet, word, or phrase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" y="3127248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12724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148840" y="3127248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03704" y="3127248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37560" y="3127248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92424" y="312724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069080" y="3127248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3944" y="3127248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97880" y="3127248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52744" y="3127248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gesture description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" y="3611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" y="361188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48840" y="361188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03704" y="361188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337560" y="3611880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2424" y="361188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069080" y="36118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23944" y="36118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DEFAULT NOW()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97880" y="361188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52744" y="361188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label was added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SESSIONS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475488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Start-to-Stop translation session. Nullable user_id supports anonymous (guest) sessions.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192024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868680"/>
            <a:ext cx="118872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868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73152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868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868680"/>
            <a:ext cx="182880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686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868680"/>
            <a:ext cx="320040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868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188720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18872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1188720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118872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188720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18872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1188720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118872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 INC, NOT NULL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18872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session identifier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67335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167335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167335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03704" y="167335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1673352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167335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69080" y="167335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3944" y="167335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users, NULLABLE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167335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167335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for anonymous/guest sessions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157984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2157984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session_token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2157984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03704" y="2157984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2157984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215798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157984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215798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 NULL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97880" y="2157984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52744" y="2157984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for browser session tracking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642616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2642616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started_at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48840" y="2642616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03704" y="2642616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37560" y="2642616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2642616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69080" y="264261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3944" y="264261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DEFAULT NOW()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97880" y="26426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2642616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 timestamp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" y="3127248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12724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ended_at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148840" y="3127248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03704" y="3127248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37560" y="3127248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92424" y="312724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069080" y="3127248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3944" y="3127248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97880" y="3127248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52744" y="3127248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end; NULL if still active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" y="3611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" y="361188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total_gestures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48840" y="361188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03704" y="361188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337560" y="3611880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2424" y="361188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069080" y="36118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23944" y="36118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97880" y="361188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52744" y="361188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gestures in this session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28600" y="4096512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3464" y="409651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device_info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148840" y="4096512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03704" y="409651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337560" y="4096512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92424" y="409651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069080" y="4096512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23944" y="409651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897880" y="4096512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52744" y="409651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and OS information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TRANSLATIONS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475488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gesture recognition event. Stores label, confidence score, and timestamp for every detected sign.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1920240" cy="292608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868680"/>
            <a:ext cx="1188720" cy="292608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868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731520" cy="292608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868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868680"/>
            <a:ext cx="1828800" cy="292608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686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868680"/>
            <a:ext cx="3200400" cy="292608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868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188720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18872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translation_id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1188720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118872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188720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18872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1188720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118872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 INC, NOT NULL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18872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translation event 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67335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167335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167335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03704" y="167335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1673352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167335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69080" y="167335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3944" y="167335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sessions, NOT NULL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167335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167335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this event belongs to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157984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2157984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label_id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2157984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03704" y="2157984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2157984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215798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157984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215798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gesture_labels, NOT NULL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97880" y="2157984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52744" y="2157984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gesture label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642616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2642616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48840" y="2642616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03704" y="2642616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37560" y="2642616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2642616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69080" y="264261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3944" y="264261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CHECK 0.0–1.0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97880" y="26426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2642616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prediction confidence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" y="3127248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12724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recognized_at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148840" y="3127248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03704" y="3127248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37560" y="3127248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92424" y="312724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069080" y="3127248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3944" y="3127248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DEFAULT NOW()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97880" y="3127248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52744" y="3127248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gesture was recognized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" y="3611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" y="361188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frame_number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48840" y="361188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03704" y="361188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337560" y="3611880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2424" y="361188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069080" y="36118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23944" y="36118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97880" y="361188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52744" y="361188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 number at recognition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TRANSCRIPTS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475488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complete text transcript per session. One-to-one with sessions. Updated progressively in real 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192024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868680"/>
            <a:ext cx="118872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868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73152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868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868680"/>
            <a:ext cx="182880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686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868680"/>
            <a:ext cx="320040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868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188720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18872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transcript_id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1188720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118872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188720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18872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1188720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118872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 INC, NOT NULL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18872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transcript 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67335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167335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167335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03704" y="167335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1673352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167335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69080" y="167335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3944" y="167335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sessions, UNIQUE, NOT NULL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167335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167335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transcript per session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157984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2157984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full_text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2157984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03704" y="2157984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2157984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215798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157984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215798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97880" y="2157984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52744" y="2157984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accumulated text of session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642616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2642616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48840" y="2642616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03704" y="2642616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37560" y="2642616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2642616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69080" y="264261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3944" y="264261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97880" y="26426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2642616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word count in transcript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" y="3127248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12724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char_count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148840" y="3127248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03704" y="3127248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37560" y="3127248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92424" y="312724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069080" y="3127248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3944" y="3127248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97880" y="3127248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52744" y="3127248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character count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" y="3611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" y="361188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48840" y="361188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03704" y="361188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337560" y="3611880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2424" y="361188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069080" y="36118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23944" y="36118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DEFAULT NOW()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97880" y="361188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52744" y="361188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creation time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28600" y="4096512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3464" y="409651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148840" y="4096512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03704" y="409651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337560" y="4096512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92424" y="409651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069080" y="4096512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23944" y="409651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DEFAULT NOW()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897880" y="4096512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52744" y="409651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 timestamp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DOCUMENTS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475488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PDF and Word (.docx) export. One session can generate multiple documents in different formats.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1920240" cy="29260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868680"/>
            <a:ext cx="1188720" cy="29260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868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731520" cy="29260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868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868680"/>
            <a:ext cx="1828800" cy="29260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686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868680"/>
            <a:ext cx="3200400" cy="29260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868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188720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18872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1188720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118872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188720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18872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1188720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118872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 INC, NOT NULL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18872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document export 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67335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167335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167335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03704" y="167335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1673352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167335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69080" y="167335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3944" y="167335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sessions, NOT NULL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167335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167335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whose transcript was exported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157984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2157984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transcript_id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2157984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03704" y="2157984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2157984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215798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157984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215798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transcripts, NOT NULL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97880" y="2157984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52744" y="2157984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that was exported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642616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2642616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48840" y="2642616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03704" y="2642616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37560" y="2642616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2642616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69080" y="264261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3944" y="264261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IN ('PDF','DOCX')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97880" y="26426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2642616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format type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" y="3127248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12724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148840" y="3127248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03704" y="3127248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VARCHAR(200)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37560" y="3127248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92424" y="312724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069080" y="3127248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3944" y="3127248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97880" y="3127248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52744" y="3127248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timestamped filename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" y="3611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" y="361188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file_size_kb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48840" y="361188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03704" y="361188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337560" y="3611880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2424" y="361188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069080" y="36118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23944" y="36118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97880" y="361188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52744" y="361188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 in kilobytes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28600" y="4096512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3464" y="409651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downloaded_at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148840" y="4096512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03704" y="409651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337560" y="4096512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92424" y="409651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069080" y="4096512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23944" y="409651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DEFAULT NOW()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897880" y="4096512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52744" y="409651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timestamp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SYSTEM_LOGS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475488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INFO, WARNING, and ERROR events from all system modules for debugging and monitoring.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1920240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868680"/>
            <a:ext cx="1188720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868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731520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868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868680"/>
            <a:ext cx="1828800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686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868680"/>
            <a:ext cx="3200400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868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188720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18872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1188720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118872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188720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18872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1188720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118872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 INC, NOT NULL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18872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log entry 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67335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167335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167335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03704" y="167335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1673352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1673352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69080" y="167335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3944" y="167335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sessions, NULLABLE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167335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1673352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session; NULL for startup events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157984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2157984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module_name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2157984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03704" y="2157984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2157984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215798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157984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215798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97880" y="2157984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52744" y="2157984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generating the log (e.g., MOD-03)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642616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2642616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log_level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48840" y="2642616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03704" y="2642616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37560" y="2642616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2642616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69080" y="264261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3944" y="264261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('INFO','WARNING','ERROR')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97880" y="26426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2642616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" y="3127248"/>
            <a:ext cx="19202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12724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148840" y="3127248"/>
            <a:ext cx="1188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03704" y="3127248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37560" y="3127248"/>
            <a:ext cx="7315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92424" y="312724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069080" y="3127248"/>
            <a:ext cx="18288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3944" y="3127248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97880" y="3127248"/>
            <a:ext cx="320040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52744" y="3127248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log message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" y="3611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" y="361188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logged_at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48840" y="361188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03704" y="3611880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337560" y="3611880"/>
            <a:ext cx="731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2424" y="361188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069080" y="36118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23944" y="36118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DEFAULT NOW()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97880" y="361188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52744" y="3611880"/>
            <a:ext cx="3090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event was logged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&amp; DATABASE SECURITY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 INDEXES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423160" cy="38404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idx_users_email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4356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users.email → Fast login lookup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idx_sessions_user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874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sessions.user_id → All sessions for a user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12264"/>
            <a:ext cx="2423160" cy="38404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130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idx_sessions_token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31343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sessions.session_token → Session identification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51176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5694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idx_translations_session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75234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translations.session_id → Session's translation list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07208" y="1234440"/>
            <a:ext cx="2423160" cy="38404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idx_translations_label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80360" y="14356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translations.label_id → Recognition count by label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07208" y="1673352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idx_transcripts_session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80360" y="1874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transcripts.session_id → Direct transcript lookup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07208" y="2112264"/>
            <a:ext cx="2423160" cy="38404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130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idx_documents_session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0360" y="231343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documents.session_id → All exports for a session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07208" y="2551176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25694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idx_logs_level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880360" y="275234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system_logs.log_level → Filter logs by severity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MEASURES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1234440"/>
            <a:ext cx="3383280" cy="38404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252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Passwords stored as bcrypt hashes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1673352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1691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No raw video/biometric data stored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2112264"/>
            <a:ext cx="3383280" cy="38404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2130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SQLAlchemy ORM prevents SQL injection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2551176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25694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DB files stored outside web root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2990088"/>
            <a:ext cx="3383280" cy="38404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0083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Credentials in environment variables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3429000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3447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Session tokens are random UUIDs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0" y="3867912"/>
            <a:ext cx="3383280" cy="38404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886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HTTPS enforced in production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0" y="4306824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325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Soft-delete (is_active flag) for users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960120"/>
            <a:ext cx="5486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00584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63040" y="112471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12471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fields | Optional accounts | Bcrypt password hashing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841248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45920"/>
            <a:ext cx="10058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59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16733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gesture_labels: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67335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fields | ML class index ↔ label name mapping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841248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94560"/>
            <a:ext cx="100584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945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22219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22199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fields | Guest + registered sessions | UUID tokens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841248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261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43200"/>
            <a:ext cx="1005840" cy="475488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432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2770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77063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fields | Per-gesture events | Confidence scores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91840"/>
            <a:ext cx="1005840" cy="47548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918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33192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31927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fields | One per session | Full accumulated text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841248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840480"/>
            <a:ext cx="1005840" cy="47548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8404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386791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37560" y="386791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fields | PDF &amp; DOCX export tracking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841248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389120"/>
            <a:ext cx="1005840" cy="4754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3891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TBL-07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463040" y="44165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system_logs: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37560" y="441655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fields | INFO / WARNING / ERROR levels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Description – Sign Language System</dc:title>
  <dc:subject>PptxGenJS Presentation</dc:subject>
  <dc:creator>xxxx</dc:creator>
  <cp:lastModifiedBy>xxxx</cp:lastModifiedBy>
  <cp:revision>1</cp:revision>
  <dcterms:created xsi:type="dcterms:W3CDTF">2026-02-27T07:32:02Z</dcterms:created>
  <dcterms:modified xsi:type="dcterms:W3CDTF">2026-02-27T07:32:02Z</dcterms:modified>
</cp:coreProperties>
</file>