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21.png"/><Relationship Id="rId13" Type="http://schemas.openxmlformats.org/officeDocument/2006/relationships/image" Target="../media/image13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34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8452" y="3641377"/>
            <a:ext cx="5994796" cy="19258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135731" y="129078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ZEROTH REVIEW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61762" y="1633686"/>
            <a:ext cx="786832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Sign Language to Audio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and Text Conversion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93727" y="3984277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Student Name: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[Student Name]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93727" y="4306192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Register No: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[Register Number]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93727" y="4628108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Department: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Computer Science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93727" y="4950023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Year: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2025-2026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101" y="3984277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Guide: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[Guide Name]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191101" y="4306192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College: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[College 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581025"/>
            <a:ext cx="554069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Outline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1323975"/>
            <a:ext cx="52768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2028825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25431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Communication between the deaf/mute community and the general population is hindered by a lack of sign language understanding.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369570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Proposed Solution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41719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gesture recognition system.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46196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Instant conversion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Text (Subtitles)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506730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Synthesis of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Audio (Speech)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output.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55149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Optional document generation for records.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10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577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105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55307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1612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27484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Recognize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 hand gestures in real-time using camera input and Computer Vision.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0537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3656409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Convert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705225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Translate recognized gestures into readable text and sentence structures.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29462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485334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Speak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34150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Generate synthesized voice output using Text-to-Speech engines.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58387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314259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Access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363075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Bridge the communication gap and improve social inclusion.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14487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43412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72337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2700" y="26955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24137"/>
            <a:ext cx="5324475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4137"/>
            <a:ext cx="53244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71550" y="3014662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Domain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971550" y="3433762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71550" y="3633787"/>
            <a:ext cx="454342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Machine Learning &amp; Artificial Intelligence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77025" y="3014662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Sub Domains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677025" y="3433762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962775" y="36337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Computer Vision: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gesture tracking.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62775" y="40814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 Learning: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pattern classification.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962775" y="45291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Speech Processing: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audio synthesis.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Domain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671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1195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5672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91000"/>
            <a:ext cx="2426493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2266950"/>
            <a:ext cx="2426493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4191000"/>
            <a:ext cx="2426493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4332" y="2571750"/>
            <a:ext cx="2426493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81025" y="4171950"/>
            <a:ext cx="1102995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80382" y="434340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Input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33425" y="4857750"/>
            <a:ext cx="2121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Camera captures live video feed of hand gestures.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548151" y="241935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Processing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601194" y="2933700"/>
            <a:ext cx="2121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Model (CNN/LSTM) identifies hand landmarks.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15920" y="434340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Translation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68963" y="4857750"/>
            <a:ext cx="2121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Predicted gestures are mapped to text.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83690" y="272415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Output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336732" y="3238500"/>
            <a:ext cx="2121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Text is converted to Audio via TTS API.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Overview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679971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47741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415510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0283279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866775" y="27289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Language: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3.x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1765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HTML, CSS, JS / Android UI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624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Computer Vision: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OpenCV, MediaPipe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40719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Libraries: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TensorFlow / Keras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66775" y="45196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Speech: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pyttsx3 / Google TTS API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66775" y="49672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VS Code / Android Studio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Tools &amp; Technologies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67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146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62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100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577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0538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450" y="20955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334125" y="24050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Deliverables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2550" y="21336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6619875" y="288131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Recognition: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Minimal latency in gesture detection.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619875" y="36337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 Accuracy: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Precise identification of alphabets and words.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619875" y="4386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User-Friendly Interface: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Simple UI for ease of use.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619875" y="48339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Social 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helpful tool for the deaf and mute community.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Expected Outcome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194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671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424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8720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062162"/>
            <a:ext cx="76200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2705576" y="2643187"/>
            <a:ext cx="67808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2867025" y="3109912"/>
            <a:ext cx="645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project aims to leverage Machine Learning and Computer Vision to create an intelligent system that improves communication, fosters social inclusion, and empowers the differently-abled community.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205763" y="2209800"/>
            <a:ext cx="378047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295775" y="3638550"/>
            <a:ext cx="360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295775" y="4476750"/>
            <a:ext cx="3600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[Student Email]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016" y="44767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581025" y="223763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81025" y="302240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81025" y="380717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81025" y="30128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81025" y="30128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81025" y="37976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81025" y="37976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81025" y="47805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81025" y="47805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70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1676400" y="238050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https://sorenson.com/wp-content/uploads/2025/01/on-site-interpreter-scaled.jpg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676400" y="262622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sorenson.com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1676400" y="316527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https://api.edoxi.com/assets/studyhub/ezgif_com-gif-maker_(24).webp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676400" y="341099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www.edoxi.com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557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1676400" y="395004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https://1.bp.blogspot.com/-8SxmsK5VoJ0/XVrTpMrJDFI/AAAAAAAAEiM/nAa3vuj8a2sjgEPAeMKXD4m09yKUgjVIQCLcBGAs/s1600/Screenshot%2B2019-08-19%2Bat%2B9.51.25%2BAM.png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676400" y="439385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research.google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385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676400" y="49329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https://static.vecteezy.com/system/resources/previews/014/894/977/non_2x/abstract-technological-background-futuristic-illustration-of-high-computer-and-communication-technologies-on-a-blue-background-high-tech-digital-technology-vector.jpg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676400" y="53767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