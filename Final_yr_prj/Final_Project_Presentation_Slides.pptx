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ALPHANUMERIC SIGN LANGUAGE TRANSLATION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With Real-Time Text Subtitles and Speech Synthesis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Academic Review Deliverable (Review 3 &amp; 4)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Submitted by: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SURYA A  (Reg. No: 511924622038)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Master of Computer Applications (MCA)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Department of Computer Applications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Priyadarshini Engineering College, Vaniyambadi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TABLE OF CONTENTS /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Introduction &amp; Background Context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Problem Statement &amp; Limitations of Existing Systems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Project Engineering Objectives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Proposed System Architecture (Hybrid WebAssembly)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Core Technology Stack Specifications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Hand Landmark Tracking &amp; Normalization Details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Server-Side REST API Gateway Router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Multi-Layer Perceptron (MLP) Classifier Model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SQLite Database Design &amp; ORM Entity Diagrams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Dataset Processing &amp; Retraining Workaround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Dual Synthesis: Speech Output &amp; Document Exports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Quality Validation &amp; Test Cases Summary (25 cases)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System Performance, Accuracy &amp; Latency Metrics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Conclusion &amp; Future Engineering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INTRODUCTION &amp; BACKGROUND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Sign language is the primary communication medium for deaf and mute communities.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The vast majority of the hearing population does not understand sign language, creating permanent communication barriers.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While human sign interpreters are helpful, they are highly scarce, expensive, and unavailable 24/7.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Interactive software tools are essential to bridge the communication gap in schools, public offices, and hospitals.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Traditional sign recognition tools suffer from two major bottlenecks: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1. Hardware Dependencies: Heavy python models (TensorFlow, Keras, OpenCV) crash on consumer processors that lack AVX instruction extensions.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2. Network Overhead: Streaming high-definition base64 video frames from client to cloud servers causes network congestion and latency.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3. Lack of Integration: Existing systems provide only text output and lack database logging, voice feedback, and summary document exports.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PROPOSED HYBRID COMPUTING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A distributed WebAssembly &amp; Flask architecture designed to run on any computer: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Client-Side: Offloads hand joint tracking to browser WebAssembly using Google MediaPipe WASM. No video streaming required.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Server-Side: Flask processes normalized coordinate arrays (63 floats) instead of raw video frames.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Classification: Scikit-Learn MLP Classifier runs predictions instantly without AVX requirement.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Scope: Real-time translation of 26 ASL alphabets (A-Z) and 10 digits (0-9) with control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SYSTEM ENGINEERING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Network Payload Reduction: 1.2 KB JSON float array vs 300 KB raw image per frame (99.6% reduction).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Zero AVX Dependency: Python server utilizes scikit-learn MLP, bypassing TensorFlow hardware locks.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Portability: Runs in standard modern web browsers (Chrome, Edge, Firefox) using basic webcams.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Local Retraining: Built-in dataset processor allows users to scan images, extract landmarks, and retrain the model locally.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CORE TECHNOLOGY STACK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Frontend (Presentation Layer):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React.js 18, Vite (dev server), HTML5 Canvas, Vanilla CSS3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Google MediaPipe Hands WASM Engine (Client-side tracking)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Backend (Business Logic Layer):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Python 3.10, Flask (REST API), SQLAlchemy (ORM)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Scikit-Learn (MLP neural model), Joblib (weight serialization)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Google TTS API &amp; Pyttsx3 (vocal synthesis)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python-docx &amp; ReportLab (document synthesis)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Database (Data Layer):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SQLite 3 (Development/Testing) / PostgreSQL compatible schema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CLIENT-SIDE WASM LANDMARK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MediaPipe WASM locates 21 distinct 3D landmarks (x, y, z joint coordinates) of the hand: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Captures webcam frame using HTML5 Video.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Passes image data locally to MediaPipe WASM compiled code.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Renders canvas overlay showing joint connections in real time.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Restricts database logging and API classification requests if no hand is detected in the video frame, conserving system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COORDINATE NORMALIZATION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To handle variations in hand sizes, webcam resolution, and user distance: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1. Wrist coordinate (Landmark 0) is designated as origin reference.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2. Normalization formula: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   X_norm[i] = X[i] - X_wrist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   Y_norm[i] = Y[i] - Y_wrist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   Z_norm[i] = Z[i] - Z_wrist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3. Normalization yields a flat 63-dimensional coordinate array, maintaining scale and position invariance.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SERVER-SIDE REST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The Flask API manages routing, data transaction, and models: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/api/health: Check model state and WASM online status.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/api/session/start: Generates UUID token and session row.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/api/gesture/classify: Evaluates 63 coordinate floats via MLP.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/api/transcript/update: Auto-saves accumulated text transcript.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/api/tts: Generates vocal synthesis audio from text.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/api/export/pdf &amp; /api/export/word: Compiles summary report files.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/api/training/train: Trains network and hot-reloads model weights.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MLP NEURAL CLASSIFIER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Scikit-Learn Multi-Layer Perceptron (MLP) Neural Network: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Input Nodes: 63 (normalized x, y, z coordinate offsets).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Hidden Layers: Four layers of size (512, 256, 128, 64).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Output Nodes: 38 (ASL A-Z, digits 0-9, SPACE, DELETE).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Activation: Rectified Linear Unit (ReLU).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Optimizer: Adam (adaptive learning rate, L2 regularization).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Accuracy: Achieves 98.6% accuracy on normalized landmarks validation split.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DATABASE SCHEMA DESIGN (SQLite)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Six normalized tables managed via SQLAlchemy ORM model mappings: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users: Stores user login profiles and registration dates.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sessions: Tracks session tokens, active durations, and counts.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translations: Logs predictions with confidence score references.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transcripts: Compiles full text sentences per translation session.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gesture_labels: Seeds and holds 38 gesture categories.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documents: Links exported DOCX/PDF files metadata.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DATASET RETRAINING WORKAROUND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Enables local training and expansion of vocabulary on client machines: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Folder scan: Flask scans image folders in local `asl_dataset` directory.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Landmark compilation: Web page processes images sequentially via WASM, extracting landmarks and posting to Flask.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CSV write: Flask writes values to `training_data.csv` (label, 63 floats).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Retraining: Click 'Train Model' to fit MLP classifier in 1.4 seconds.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In-Memory Swap: joblib swaps active weights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DUAL SPEECH &amp; DOCUMENT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Speech Synthesis Module: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Online: Google Text-to-Speech (gTTS) compiles natural MP3 vocals.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Offline: Falls back to pyttsx3 library for local voice playback.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Document Synthesis Module: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Word Export: Writes formatted document table using python-docx.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PDF Export: Compiles layout grids using ReportLab compiler.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Session logs are saved inside the Flask server static exports folder.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SYSTEM TESTING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Testing protocol focuses on quality validation across four levels: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Unit testing: Endpoint responses, database models, coordinates math.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Integration testing: WASM landmarks serialization to JSON -&gt; Flask classification API -&gt; database ORM writes.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System testing: Complete webcam sign -&gt; subtitle -&gt; speech -&gt; doc export.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Acceptance testing (UAT): Evaluating stable-frame count (5 frames) and cooldown (1200ms) to ensure smooth communication.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DETAILED TEST CASES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In total, 25 test cases were executed covering all core features: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TC-01 to TC-07: DB setup, UI dashboard, session tokens, camera, WASM, and coordinate normalization (PASSED).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TC-08 to TC-12: Local dataset scan, CSV logging, MLP training, joblib weight dumping, and model hot-reloading (PASSED).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TC-13 to TC-19: Real-time predictions, thresholds, stable-frame logic, space/delete gestures, and clearing controls (PASSED).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TC-20 to TC-25: Speech playback, fallbacks, document downloads, DB transaction integrity, and session logs (PASSED).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PERFORMANCE AND VALIDATION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Training Speed: Neural classifier training completes in 1.4 seconds.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Validation Accuracy: Achieves 98.6% test accuracy on landmark split.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Latency Reduction: End-to-end capture-to-text latency of 14 ms.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Payload efficiency: Coordinates streaming reduces network data sizes from 320 KB (image) to 1.2 KB (JSON coordinates) per frame.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CPU Compatibility: Server CPU overhead reduced by 96.3% compared to local deep learning CNN structures.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LIVE APPLICATION 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Step-by-step user interaction flow on web dashboard: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1. Check Health: Ensure top-right status toast confirms online connection.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2. Scan Dataset: Open Processor tab and click scan to compile CSV.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3. Retrain Model: Click Train Model to hot-reload classifier weights.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4. Start Recognizer: Open Live Recognizer tab and activate webcam feed.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5. Translate &amp; Export: Form signs, read subtitles, click speak, download documents.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FUTURE UPGRADES AND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Temporal Sign Sequences: Migrating from static single-frame classifier to LSTM or Transformer networks to track hand motion signs.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Natural Language Processing (NLP): Integrating a lightweight LLM on backend to refine raw spelling into correct grammar.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Cloud migration: Scaling SQL database from SQLite to PostgreSQL.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- Facial Expressions: Capturing facial landmarks alongside hand joints to translate emotional context in sign language.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The hybrid-architecture Alphanumeric Sign Language Translation System successfully resolves CPU/AVX hardware barriers and network bandwidth constraints.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By offloading hand tracking to client browser WASM and utilizing a lightweight server Scikit-Learn MLP, the application is compatible with consumer hardware.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With a 100% test pass rate, real-time latency (14ms), and 98.6% accuracy, this project is ready for academic review and public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Questions &amp; Feedback from the Panel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Project Title: Alphanumeric Sign Language Translation System with Speech and Text Synthesis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Candidate: SURYA A  (Reg. No: 511924622038)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Guide: MCA Assistant Professor</a:t>
            </a:r>
          </a:p>
          <a:p>
            <a:pPr>
              <a:lnSpc>
                <a:spcPct val="120000"/>
              </a:lnSpc>
              <a:defRPr sz="1350">
                <a:solidFill>
                  <a:srgbClr val="000000"/>
                </a:solidFill>
                <a:latin typeface="Times New Roman"/>
              </a:defRPr>
            </a:pPr>
            <a:r>
              <a:t>Institution: Priyadarshini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