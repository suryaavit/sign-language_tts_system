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Outfit"/>
      <p:regular r:id="rId15"/>
      <p:bold r:id="rId16"/>
    </p:embeddedFont>
    <p:embeddedFont>
      <p:font typeface="Outfit SemiBold"/>
      <p:regular r:id="rId17"/>
      <p:bold r:id="rId18"/>
    </p:embeddedFont>
    <p:embeddedFont>
      <p:font typeface="Space Grotesk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utfit-regular.fntdata"/><Relationship Id="rId14" Type="http://schemas.openxmlformats.org/officeDocument/2006/relationships/slide" Target="slides/slide9.xml"/><Relationship Id="rId17" Type="http://schemas.openxmlformats.org/officeDocument/2006/relationships/font" Target="fonts/OutfitSemiBold-regular.fntdata"/><Relationship Id="rId16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paceGrotesk-regular.fntdata"/><Relationship Id="rId6" Type="http://schemas.openxmlformats.org/officeDocument/2006/relationships/slide" Target="slides/slide1.xml"/><Relationship Id="rId18" Type="http://schemas.openxmlformats.org/officeDocument/2006/relationships/font" Target="fonts/Outfit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0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3412" y="597482"/>
            <a:ext cx="3305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3990" y="3255984"/>
            <a:ext cx="8823870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970484" y="1271291"/>
            <a:ext cx="8251031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Sign Language to Audio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and Text Conversion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74515" y="3646509"/>
            <a:ext cx="38308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F6C80"/>
                </a:solidFill>
                <a:latin typeface="Outfit"/>
                <a:ea typeface="Outfit"/>
                <a:cs typeface="Outfit"/>
                <a:sym typeface="Outfit"/>
              </a:rPr>
              <a:t>STUDENT DETAILS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074515" y="3865584"/>
            <a:ext cx="383083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Name: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[Your Name Here]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074515" y="4187499"/>
            <a:ext cx="383083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Register No: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[12345678]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074515" y="4509414"/>
            <a:ext cx="383083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Dept: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Computer Science &amp; Engg.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286351" y="3646509"/>
            <a:ext cx="38309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F6C80"/>
                </a:solidFill>
                <a:latin typeface="Outfit"/>
                <a:ea typeface="Outfit"/>
                <a:cs typeface="Outfit"/>
                <a:sym typeface="Outfit"/>
              </a:rPr>
              <a:t>ACADEMIC DETAILS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286351" y="3865584"/>
            <a:ext cx="383098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Guide: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[Prof. Name Here]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286351" y="4187499"/>
            <a:ext cx="383098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College: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[College Name Here]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286351" y="4509414"/>
            <a:ext cx="383098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Year: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7565" y="2193514"/>
            <a:ext cx="418340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614869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Outline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0" y="886331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1802806"/>
            <a:ext cx="65887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6B6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Problem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81025" y="2345731"/>
            <a:ext cx="627504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Communication between the deaf/mute community and the general population is severely limited by a lack of sign language understanding, leading to social isolation.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3636964"/>
            <a:ext cx="65887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Our Solution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7090" y="2203039"/>
            <a:ext cx="416435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914400" y="4122739"/>
            <a:ext cx="59416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Develop an intelligent </a:t>
            </a: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Translation System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14400" y="4648399"/>
            <a:ext cx="59416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Convert gestures to </a:t>
            </a: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Readable Text (Subtitles)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4400" y="5174060"/>
            <a:ext cx="59416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Synthesize </a:t>
            </a: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Audio Speech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output.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5699721"/>
            <a:ext cx="594166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Generate conversation </a:t>
            </a: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Documents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16999"/>
            <a:ext cx="5372100" cy="250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616999"/>
            <a:ext cx="5372100" cy="250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411396"/>
            <a:ext cx="5372100" cy="250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411396"/>
            <a:ext cx="5372100" cy="250864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81025" y="602352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Objectives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0" y="873815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191227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76300" y="2407574"/>
            <a:ext cx="5020627" cy="3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Visual Recognition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76300" y="2950499"/>
            <a:ext cx="4781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Implement robust Computer Vision to track hand landmarks via webcam in real-time.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191227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6534150" y="2407574"/>
            <a:ext cx="5020627" cy="3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Intelligent Translation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34150" y="2950499"/>
            <a:ext cx="4781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Use ML algorithms to accurately map complex gestures to alphabets and words.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706671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876300" y="5201971"/>
            <a:ext cx="5020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Audio Synthesis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76300" y="5744896"/>
            <a:ext cx="4781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Bridge the gap by converting recognised text into audible human speech.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470667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534150" y="5201971"/>
            <a:ext cx="5020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Accessibility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534150" y="5744896"/>
            <a:ext cx="4781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Create an affordable, software-based solution requiring no expensive hardware.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04672"/>
            <a:ext cx="5324475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99847"/>
            <a:ext cx="5324475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81025" y="597485"/>
            <a:ext cx="11581447" cy="581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Domain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810250" y="868947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76300" y="1918997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C6FF"/>
                </a:solidFill>
                <a:latin typeface="Outfit"/>
                <a:ea typeface="Outfit"/>
                <a:cs typeface="Outfit"/>
                <a:sym typeface="Outfit"/>
              </a:rPr>
              <a:t>PRIMARY DOMAIN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76300" y="2280947"/>
            <a:ext cx="4970621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Machine Learning &amp; AI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81775" y="1995122"/>
            <a:ext cx="49706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Sub-Domains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915150" y="2614247"/>
            <a:ext cx="4400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Computer Vision: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Image acquisition &amp; processing.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915150" y="3475069"/>
            <a:ext cx="4400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Deep Learning: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Neural Networks for pattern matching.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915150" y="4335891"/>
            <a:ext cx="4400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Speech Processing: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TTS (Text-to-Speech) engines.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915150" y="5196713"/>
            <a:ext cx="4400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HCI: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Human-Computer Interaction design.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201031"/>
            <a:ext cx="11029950" cy="223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17615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76637" y="217615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217615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39112" y="217615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20350" y="217615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81025" y="597479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Overview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810250" y="868941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81025" y="2414282"/>
            <a:ext cx="110299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50" y="4210556"/>
            <a:ext cx="11010900" cy="221366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33400" y="2842907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Capture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3233432"/>
            <a:ext cx="190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Webcam Input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814637" y="2842907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Track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2862262" y="3233432"/>
            <a:ext cx="190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MediaPipe Landmarks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095875" y="2842907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Classify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143500" y="3233432"/>
            <a:ext cx="190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Prediction Model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377112" y="2842907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Translate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7424737" y="3233432"/>
            <a:ext cx="190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Text Generation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658350" y="2842907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Speak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705975" y="3233432"/>
            <a:ext cx="1905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Audio Output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10633"/>
            <a:ext cx="5372100" cy="2558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610633"/>
            <a:ext cx="5372100" cy="2558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454441"/>
            <a:ext cx="5372100" cy="2222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454441"/>
            <a:ext cx="5372100" cy="222289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581025" y="599821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 &amp; Technologies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810250" y="871283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876300" y="1905908"/>
            <a:ext cx="5020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Logic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76300" y="2448833"/>
            <a:ext cx="4781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Python 3.x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76300" y="2993544"/>
            <a:ext cx="4781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The backbone of our backend and ML processing.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534150" y="1905908"/>
            <a:ext cx="5020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Machine Learning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534150" y="2448833"/>
            <a:ext cx="4781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TensorFlow &amp; Keras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534150" y="2993544"/>
            <a:ext cx="47815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For building and training the gesture recognition model.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76300" y="4749716"/>
            <a:ext cx="5020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Vision &amp; Speech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76300" y="5292642"/>
            <a:ext cx="4781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OpenCV &amp; MediaPipe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76300" y="5837352"/>
            <a:ext cx="4781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pyttsx3 / gTTS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for Audio synthesis.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534150" y="4749716"/>
            <a:ext cx="50206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Interface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534150" y="5292642"/>
            <a:ext cx="4781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HTML/CSS or Android XML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534150" y="5837352"/>
            <a:ext cx="47815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User-friendly frontend for interaction.</a:t>
            </a:r>
            <a:endParaRPr/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505983"/>
            <a:ext cx="18097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61123"/>
            <a:ext cx="627504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7565" y="1965402"/>
            <a:ext cx="4183409" cy="418623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581025" y="595357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Expected Outcome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810250" y="866819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070648"/>
            <a:ext cx="625599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8056215" y="2413077"/>
            <a:ext cx="3259484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Real-time Detection: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High FPS tracking with minimal latency.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056215" y="3273899"/>
            <a:ext cx="3259484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Accuracy: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Precise translation of alphabets and common words.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056215" y="4134721"/>
            <a:ext cx="3259484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Feedback: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Instant visual text and clear audio output.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8056215" y="4995543"/>
            <a:ext cx="3259484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2F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Social Good: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A working prototype that aids inclusivity.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475797" y="2139273"/>
            <a:ext cx="324040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Conclusion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1809750" y="3740985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"This project bridges the silence using code. By leveraging Computer Vision and AI, we are creating a tool that transforms gestures into voice, fostering a more inclusive world."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81025" y="1676548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0" y="1948011"/>
            <a:ext cx="571500" cy="38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581025" y="263857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81025" y="3423344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81025" y="34138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81025" y="341381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81025" y="419859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81025" y="419859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879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1676400" y="278144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https://sorenson.com/wp-content/uploads/2025/01/on-site-interpreter-scaled.jpg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676400" y="302716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sorenson.com</a:t>
            </a:r>
            <a:endParaRPr/>
          </a:p>
        </p:txBody>
      </p:sp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727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1676400" y="3566219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https://api.edoxi.com/assets/studyhub/ezgif_com-gif-maker_(24).webp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1676400" y="381193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www.edoxi.com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66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1676400" y="435099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https://1.bp.blogspot.com/-8SxmsK5VoJ0/XVrTpMrJDFI/AAAAAAAAEiM/nAa3vuj8a2sjgEPAeMKXD4m09yKUgjVIQCLcBGAs/s1600/Screenshot%2B2019-08-19%2Bat%2B9.51.25%2BAM.png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676400" y="479479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research.google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