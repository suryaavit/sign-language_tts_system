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to Audio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Text Conversion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Proposed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429000"/>
            <a:ext cx="4572000" cy="1371600"/>
          </a:xfrm>
          <a:prstGeom prst="rect">
            <a:avLst/>
          </a:prstGeom>
          <a:solidFill>
            <a:srgbClr val="2E6DA4">
              <a:alpha val="7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34747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MCA  |  PEC  |  2025–2026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yyyy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| Computer Vision | Artificial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78992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36192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 and 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594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24912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and why it fails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83280"/>
            <a:ext cx="594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456432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Overview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913632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intelligent 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572000"/>
            <a:ext cx="594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200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Technology Stack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51023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and how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572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4572000"/>
            <a:ext cx="594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572000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51023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–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communication works today for deaf &amp; mute individuals: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27432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92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Human Interpreters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854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sign language interpreters used in hospitals, courts, and schools.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87452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74520"/>
            <a:ext cx="27432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92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1854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apps showing sign illustrations for a limited set of words or alphabets.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874520"/>
            <a:ext cx="27432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92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🤲  Sensor Gloves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18541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devices with sensors detecting hand gestures in research settings.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91840"/>
            <a:ext cx="27432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Video Libraries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60273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 sign videos used in e-learning platforms and special education.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32918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291840"/>
            <a:ext cx="27432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Communication Boards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60273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boards with symbols used in special education schools.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29184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3291840"/>
            <a:ext cx="27432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Text-Based Tools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60273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Typing-based messaging tools that bypass sign language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EXISTING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149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interpreters is expensive — not affordable for everyone.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457200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208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50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 cannot detect live gestures; no webcam-based recognition.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457200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Vocabulary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set of signs supported; insufficient for real conversations.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457200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776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032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Audio 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616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display; no speech output for hearing individuals.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9601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960120"/>
            <a:ext cx="457200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601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10149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Dependency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1344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gloves require costly, specialized hardware — impractical for daily use.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1965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965960"/>
            <a:ext cx="457200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9659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20208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Unavailability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2350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Interpreters are scarce and not available 24/7 or in emergencies.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971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971800"/>
            <a:ext cx="457200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9718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Accuracy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recognition accuracy under different lighting or background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–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real-time system that converts sign language gestures into text and spoken audio using machine learning.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1463040" cy="1463040"/>
          </a:xfrm>
          <a:prstGeom prst="rect">
            <a:avLst/>
          </a:prstGeom>
          <a:solidFill>
            <a:srgbClr val="E0F2F8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697480"/>
            <a:ext cx="25603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5786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965960"/>
            <a:ext cx="1463040" cy="1463040"/>
          </a:xfrm>
          <a:prstGeom prst="rect">
            <a:avLst/>
          </a:prstGeom>
          <a:solidFill>
            <a:srgbClr val="E0F2F8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03120" y="248716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697480"/>
            <a:ext cx="25603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5786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965960"/>
            <a:ext cx="1463040" cy="1463040"/>
          </a:xfrm>
          <a:prstGeom prst="rect">
            <a:avLst/>
          </a:prstGeom>
          <a:solidFill>
            <a:srgbClr val="E0F2F8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248716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2697480"/>
            <a:ext cx="25603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5786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965960"/>
            <a:ext cx="1463040" cy="1463040"/>
          </a:xfrm>
          <a:prstGeom prst="rect">
            <a:avLst/>
          </a:prstGeom>
          <a:solidFill>
            <a:srgbClr val="E0F2F8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248716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(Subtitles)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2697480"/>
            <a:ext cx="25603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25786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965960"/>
            <a:ext cx="1463040" cy="1463040"/>
          </a:xfrm>
          <a:prstGeom prst="rect">
            <a:avLst/>
          </a:prstGeom>
          <a:solidFill>
            <a:srgbClr val="E0F2F8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0" y="248716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(TTS)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specialized hardware — standard webcam only
</a:t>
            </a:r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processing with instant output
</a:t>
            </a:r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Audio (TTS) + Text (subtitles) output together
</a:t>
            </a:r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Save conversation as PDF or Word document
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Real-time webcam gesture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Sign language alphabet (A–Z) recognition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Live text subtitle display on screen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Text-to-Speech audio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0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Download transcript as PDF or Word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Conversation history &amp; replay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38912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16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User-friendly React web interface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990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13990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HTML5, CSS3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8745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019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19019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 / FastAPI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7744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4048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24048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(Google)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8803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077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907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38328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4107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3410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8862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913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/ pyttsx3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4389120"/>
            <a:ext cx="4023360" cy="43891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4165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Output: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44165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/ python-docx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EXISTING vs. PROPOSED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914400"/>
            <a:ext cx="29260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9144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9260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9144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898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17520" y="1389888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3898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Available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1389888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3898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Available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1865376"/>
            <a:ext cx="274320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653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17520" y="1865376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86537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Available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1865376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86537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Text-to-Speech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340864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408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17520" y="2340864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3408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High (Interpreter)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0" y="2340864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3408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Free / Low Cost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2816352"/>
            <a:ext cx="274320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163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17520" y="2816352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8163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Gloves / Sensors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2816352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8163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 Webcam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918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017520" y="32918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32918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Unreliable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43600" y="32918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2918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ML Model Based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3767328"/>
            <a:ext cx="274320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67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Export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017520" y="3767328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3767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Available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943600" y="3767328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3767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PDF / Word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4320" y="42428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2428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017520" y="42428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24281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Limited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943600" y="42428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424281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Web-Based App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74320" y="4718304"/>
            <a:ext cx="274320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7183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017520" y="4718304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0" y="471830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Low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943600" y="4718304"/>
            <a:ext cx="2926080" cy="475488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35040" y="471830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High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1143000"/>
            <a:ext cx="5486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are expensive, slow, and limited in vocabulary and output.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system uses machine learning and computer vision for real-time gesture recognition.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82296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163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8163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sign language to both text and spoken audio — simultaneously.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95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52958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hardware needed — works with a standard webcam via a web browser.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28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242816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solution is accessible, affordable, and scalable for real-world use.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to Audio and Text Conversion System</dc:title>
  <dc:subject>PptxGenJS Presentation</dc:subject>
  <dc:creator>xxxx</dc:creator>
  <cp:lastModifiedBy>xxxx</cp:lastModifiedBy>
  <cp:revision>1</cp:revision>
  <dcterms:created xsi:type="dcterms:W3CDTF">2026-02-27T06:56:06Z</dcterms:created>
  <dcterms:modified xsi:type="dcterms:W3CDTF">2026-02-27T06:56:06Z</dcterms:modified>
</cp:coreProperties>
</file>